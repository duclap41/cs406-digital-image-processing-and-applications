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63EF-7567-0E39-7422-23C8D7622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A8B096-1B7E-5578-A6AE-844D63EDC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AAD80-338F-4CBD-166F-32F2F799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DDD2-0FC0-23F0-46C9-352678F1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E1272-A188-54F3-A01F-50FD426E7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14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053F5-727C-898F-3935-2C67A85F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59F26-D877-D580-C061-EB951F61D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69B36-96FF-6CCA-D3FB-AEEC1B4C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A608F-0CDE-4EEF-EBCC-6EBD5C94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DF217-12BB-E938-F7D8-1BFCD0DF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92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A745-BA7A-77D1-2A4A-BDD7D8DEE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3248D-9AE5-08BC-B3E0-95D0791A6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60EB0-AD5F-9C52-AAEC-55B928E8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C4F34-955E-3779-AD0C-8CEC5F72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5A82D-A22A-8C33-61AE-6F4A73BD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973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EF29-3A17-E321-F6E5-ECCBE07B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B5163-6395-8487-0B1F-C8996B64C1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FBCE9-7999-D3E0-42EC-ED8DB3A24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6D72B-7F78-E6CE-C86F-7EEA1FC8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E3DF0-3444-AA28-8E62-1D10EFAC4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D6DDE-DD64-BC58-2125-07D6D78D3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87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E8685-81A6-1931-BFC0-4B16E426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000A7-C60F-8827-F2AB-230BF1940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35C70-30AF-BA8E-5517-FA572BF4D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4A0871-3227-663F-8616-59B7FAD2B8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B0E9F-9214-FEC3-2310-5A2970DC4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2D000-697C-EF9F-9553-8E69A845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4BC956-F4DD-C300-77A2-9AB8EE904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F98971-11EF-CA3D-083F-650100C0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5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AC8E-FA76-3A37-AAB1-8AA289A1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27830-E6C0-7153-26D2-9A7E301E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6FE0D-D96F-B8AC-0E86-01D66D8DE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B9F99-2CDF-9FB9-6630-FEA3553E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8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AEFE8-7DF9-9944-A8F4-DE65D953F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F388F3-A08E-E94C-02B2-7520DD02E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847BC-B520-387E-2D52-75F66016C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2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EFC7-E086-A83E-4221-996C4BBF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BFC7-2180-7DBF-1D99-2403EAD84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A7F65-82DD-5040-904D-6600018FC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585E4-6D5F-9ACE-96AF-6CBEF1E7F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AAB03E-CC83-5DC6-6EE6-FDBA47510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A5452-E51B-6C35-738D-DAD979C76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6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D037-B9AE-0363-4983-E63ACDFD5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100074-816E-3212-6017-0AA201A17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CD0854-8B60-E113-E96E-1D6772D4C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ED144-2784-F014-0FC0-43003FE5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F526F-54D2-9A70-49DB-8FB2824BF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8EB99-7535-6C97-3C79-121DA903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00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C3AB5-2D78-0444-E801-F69560B4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1FA98-2028-59FC-A798-C4F930B23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54877-E309-1375-0D7C-69C031E0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47164-62E0-E3D8-5D9B-DA56E932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E37E-4F3F-1A5B-8290-A6018E5F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89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262ADE-6D14-A4C8-BEB5-E34053CFB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3511C-B1DA-AC7C-829C-D844C75C9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44507-FB81-A03A-C5FC-998CD1419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C826A-3FB1-EA57-9EF7-0A5EACE64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5AE9-0383-3CED-3EB1-E56E08C2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27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9B8FD0-0316-A9E5-8B84-05CA3432C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3205A-B154-7D60-30DA-CE8E069E1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53011-E494-5E64-AA69-681DC607E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C1BB4-9328-4CC0-BE04-3B0D3987457F}" type="datetimeFigureOut">
              <a:rPr lang="en-US" smtClean="0"/>
              <a:t>5/8/2024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90423-99CA-0AF3-4E4F-56594E704A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5D68A-AD71-8E73-602B-08811913C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A8147-CDD0-46F5-B606-D0C3D4300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1FEBF-E340-A4B6-2BFC-CEC37FE21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Image Classification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36D9C3-13C5-E15C-147C-5B23683611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10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F2DFB-99B0-1E9B-7DEE-1BC19E68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1E771B-F375-8FB5-FF3D-BB28F49619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2882" y="1825625"/>
            <a:ext cx="8086236" cy="4351338"/>
          </a:xfrm>
        </p:spPr>
      </p:pic>
    </p:spTree>
    <p:extLst>
      <p:ext uri="{BB962C8B-B14F-4D97-AF65-F5344CB8AC3E}">
        <p14:creationId xmlns:p14="http://schemas.microsoft.com/office/powerpoint/2010/main" val="2881355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09B6-2330-B1E4-DDA4-EDE52C13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classification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4FED7-DCA8-8D92-7D83-5F759E902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439" y="1825625"/>
            <a:ext cx="8175121" cy="4351338"/>
          </a:xfrm>
        </p:spPr>
      </p:pic>
    </p:spTree>
    <p:extLst>
      <p:ext uri="{BB962C8B-B14F-4D97-AF65-F5344CB8AC3E}">
        <p14:creationId xmlns:p14="http://schemas.microsoft.com/office/powerpoint/2010/main" val="3478539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378B38-F606-98E4-F8B7-BBB3C5CB67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500" dirty="0"/>
              <a:t>Intel Image Classification Data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528DEBE-9F2C-87F8-1A26-55D2010D08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0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BF3BC-22CE-FDF7-D2B2-C23045DF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 classification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26F4FC-4FAA-A390-EE06-AC36AD56D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33643"/>
            <a:ext cx="10515600" cy="4135301"/>
          </a:xfrm>
        </p:spPr>
      </p:pic>
    </p:spTree>
    <p:extLst>
      <p:ext uri="{BB962C8B-B14F-4D97-AF65-F5344CB8AC3E}">
        <p14:creationId xmlns:p14="http://schemas.microsoft.com/office/powerpoint/2010/main" val="114564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92201C-FE2B-5793-1E9A-F9512F0A4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500" dirty="0" err="1"/>
              <a:t>Tạo</a:t>
            </a:r>
            <a:r>
              <a:rPr lang="en-US" sz="5500" dirty="0"/>
              <a:t> Neural Networks </a:t>
            </a:r>
            <a:r>
              <a:rPr lang="en-US" sz="5500" dirty="0" err="1"/>
              <a:t>với</a:t>
            </a:r>
            <a:r>
              <a:rPr lang="en-US" sz="5500" dirty="0"/>
              <a:t> </a:t>
            </a:r>
            <a:r>
              <a:rPr lang="en-US" sz="5500" dirty="0" err="1"/>
              <a:t>Keras</a:t>
            </a:r>
            <a:endParaRPr lang="en-US" sz="55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276FD8-A3D2-52B4-4010-FD36DC08F0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85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F2B07-AF12-8AEF-419B-6F2521045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Neural Networks with </a:t>
            </a:r>
            <a:r>
              <a:rPr lang="en-US" dirty="0" err="1"/>
              <a:t>Keras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F983A-4808-DE2E-D46F-0EC38C15FD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8524" y="1825625"/>
            <a:ext cx="7994951" cy="4351338"/>
          </a:xfrm>
        </p:spPr>
      </p:pic>
    </p:spTree>
    <p:extLst>
      <p:ext uri="{BB962C8B-B14F-4D97-AF65-F5344CB8AC3E}">
        <p14:creationId xmlns:p14="http://schemas.microsoft.com/office/powerpoint/2010/main" val="643081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EDF2A-DEF8-807E-D50A-74F8C0CC7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Tạo</a:t>
            </a:r>
            <a:r>
              <a:rPr lang="en-US" sz="4400" dirty="0"/>
              <a:t> Neural Networks </a:t>
            </a:r>
            <a:r>
              <a:rPr lang="en-US" sz="4400" dirty="0" err="1"/>
              <a:t>với</a:t>
            </a:r>
            <a:r>
              <a:rPr lang="en-US" sz="4400" dirty="0"/>
              <a:t> </a:t>
            </a:r>
            <a:r>
              <a:rPr lang="en-US" sz="4400" dirty="0" err="1"/>
              <a:t>Keras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A71E7E-0604-E3EA-27C9-A6322B50F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884122"/>
            <a:ext cx="10515600" cy="2234343"/>
          </a:xfrm>
        </p:spPr>
      </p:pic>
    </p:spTree>
    <p:extLst>
      <p:ext uri="{BB962C8B-B14F-4D97-AF65-F5344CB8AC3E}">
        <p14:creationId xmlns:p14="http://schemas.microsoft.com/office/powerpoint/2010/main" val="817755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1494-5FF6-A037-EEDA-CFF1521F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</a:t>
            </a:r>
            <a:r>
              <a:rPr lang="en-US" dirty="0" err="1"/>
              <a:t>và</a:t>
            </a:r>
            <a:r>
              <a:rPr lang="en-US" dirty="0"/>
              <a:t> train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0A657-C8BA-3909-FAE5-CF32D3D556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78359"/>
            <a:ext cx="10515600" cy="3445869"/>
          </a:xfrm>
        </p:spPr>
      </p:pic>
    </p:spTree>
    <p:extLst>
      <p:ext uri="{BB962C8B-B14F-4D97-AF65-F5344CB8AC3E}">
        <p14:creationId xmlns:p14="http://schemas.microsoft.com/office/powerpoint/2010/main" val="412948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C437E-4214-7B8B-5F01-495D483C8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170723-C68D-361C-6500-C337ADA28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958" y="1825625"/>
            <a:ext cx="9522084" cy="4351338"/>
          </a:xfrm>
        </p:spPr>
      </p:pic>
    </p:spTree>
    <p:extLst>
      <p:ext uri="{BB962C8B-B14F-4D97-AF65-F5344CB8AC3E}">
        <p14:creationId xmlns:p14="http://schemas.microsoft.com/office/powerpoint/2010/main" val="3786644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6A18A-9EAE-B5BA-4421-DFE6625CF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</a:t>
            </a:r>
            <a:r>
              <a:rPr lang="en-US" dirty="0" err="1"/>
              <a:t>và</a:t>
            </a:r>
            <a:r>
              <a:rPr lang="en-US" dirty="0"/>
              <a:t> Predict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847BF7-87B4-AAE9-AF1D-11E52400D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882" y="1825625"/>
            <a:ext cx="6998235" cy="4351338"/>
          </a:xfrm>
        </p:spPr>
      </p:pic>
    </p:spTree>
    <p:extLst>
      <p:ext uri="{BB962C8B-B14F-4D97-AF65-F5344CB8AC3E}">
        <p14:creationId xmlns:p14="http://schemas.microsoft.com/office/powerpoint/2010/main" val="3399891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72AF8-CB5F-10AD-D8E1-FB043140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VGG16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5063E2-9FB1-F840-0DED-F94E63CF7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2570" y="1825625"/>
            <a:ext cx="9446859" cy="4351338"/>
          </a:xfrm>
        </p:spPr>
      </p:pic>
    </p:spTree>
    <p:extLst>
      <p:ext uri="{BB962C8B-B14F-4D97-AF65-F5344CB8AC3E}">
        <p14:creationId xmlns:p14="http://schemas.microsoft.com/office/powerpoint/2010/main" val="3810857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38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Image Classification Tutorial</vt:lpstr>
      <vt:lpstr>Image classification</vt:lpstr>
      <vt:lpstr>Image classification</vt:lpstr>
      <vt:lpstr>Intel Image Classification Data</vt:lpstr>
      <vt:lpstr>Intel classification data</vt:lpstr>
      <vt:lpstr>Tạo Neural Networks với Keras</vt:lpstr>
      <vt:lpstr>Creating Neural Networks with Keras</vt:lpstr>
      <vt:lpstr>Tạo Neural Networks với Keras</vt:lpstr>
      <vt:lpstr>Compile và train model</vt:lpstr>
      <vt:lpstr>PowerPoint Presentation</vt:lpstr>
      <vt:lpstr>Evaluation và Predict</vt:lpstr>
      <vt:lpstr>VGG16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Classification Tutorial</dc:title>
  <dc:creator>Cáp Phạm Đình Thăng</dc:creator>
  <cp:lastModifiedBy>Cáp Phạm Đình Thăng</cp:lastModifiedBy>
  <cp:revision>3</cp:revision>
  <dcterms:created xsi:type="dcterms:W3CDTF">2024-05-05T01:24:51Z</dcterms:created>
  <dcterms:modified xsi:type="dcterms:W3CDTF">2024-05-08T02:27:16Z</dcterms:modified>
</cp:coreProperties>
</file>